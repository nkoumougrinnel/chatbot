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SUP'ONE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B82F6"/>
                </a:solidFill>
              </a:defRPr>
            </a:pPr>
            <a:r>
              <a:t>Assistant intelligent FAQ — SUP'PTIC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64748B"/>
                </a:solidFill>
              </a:defRPr>
            </a:pPr>
            <a:r>
              <a:t>Club Informatique SUP'PTIC</a:t>
            </a:r>
          </a:p>
          <a:p>
            <a:pPr algn="l">
              <a:defRPr sz="1600">
                <a:solidFill>
                  <a:srgbClr val="64748B"/>
                </a:solidFill>
              </a:defRPr>
            </a:pPr>
            <a:r>
              <a:t>Présentation projet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Contexte &amp; enjeux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SUP'PTIC accueille chaque année de nombreux étudiants, parents et visiteurs.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Les mêmes questions reviennent : inscriptions, frais, filières, examens, vie étudiante…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Les services administratifs et pédagogiques sont sollicités de manière répétitive.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Besoin d'un canal d'information accessible 24h/24, fiable et multicanal.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Objectif : réduire la charge informative tout en améliorant l'expérience utilisateur.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 solution : SUP'ONE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Chatbot conversationnel dédié à l'établissement SUP'PTIC.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Répond aux questions fréquentes à partir d'une base de FAQ structurée.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Interface moderne type ChatGPT — web, PWA installable et application Android.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Deux moteurs de réponse complémentaires : recherche classique + IA (RAG).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Système de feedback pour améliorer continuellement les réponses.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Déployable sur serveur interne (Docker) ou dans le cloud (Railway + Netlify).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Fonctionnalités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594"/>
                </a:solidFill>
              </a:defRPr>
            </a:pPr>
            <a:r>
              <a:t>Pour les utilisateurs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Chat en français, streaming des réponses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Suggestions de questions au démarrage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Thème clair / sombre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Installation PWA (mobile &amp; bureau)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Application Android (APK)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Like / dislike + commentaire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594"/>
                </a:solidFill>
              </a:defRPr>
            </a:pPr>
            <a:r>
              <a:t>Pour l'administration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Base FAQ catégorisée (~11 000 entrées)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API REST documentée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Statistiques de satisfaction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Indexation automatique TF-IDF + FAISS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Pipeline RAG avec Gemini (optionnel)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Déploiement Docker, Railway ou VPS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 globale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Séparation frontend / backend /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│  FRONTEND — React 19 + Vite + PWA + Capacitor (Android) │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│  Interface ChatGPT · thèmes · feedback · suggestions    │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└──────────────────────────┬──────────────────────────────┘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                           │ HTTPS / REST / SSE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┌──────────────────────────▼──────────────────────────────┐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│  BACKEND — Django REST + Gunicorn + PostgreSQL          │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│  Phase 1 (/api/)  ·  Gen3 RAG (/api/v2/)                │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└──────────────────────────┬──────────────────────────────┘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                           │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┌──────────────────────────▼──────────────────────────────┐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│  DONNÉES — FAQ JSON · vecteurs TF-IDF · index FAISS     │</a:t>
            </a:r>
          </a:p>
          <a:p>
            <a:pPr>
              <a:defRPr sz="1300">
                <a:solidFill>
                  <a:srgbClr val="070F1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Gen3 — RAG en 4 niveaux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70F1F"/>
                </a:solidFill>
              </a:defRPr>
            </a:pPr>
            <a:r>
              <a:t>Niveau 1 — Règles conversationnelles : salutations, hors-sujet, intents métier.</a:t>
            </a:r>
          </a:p>
          <a:p>
            <a:pPr>
              <a:spcAft>
                <a:spcPts val="1000"/>
              </a:spcAft>
              <a:defRPr sz="1700">
                <a:solidFill>
                  <a:srgbClr val="070F1F"/>
                </a:solidFill>
              </a:defRPr>
            </a:pPr>
            <a:r>
              <a:t>Niveau 2 — Recherche sémantique FAISS (embeddings MiniLM-L6-v2).</a:t>
            </a:r>
          </a:p>
          <a:p>
            <a:pPr>
              <a:spcAft>
                <a:spcPts val="1000"/>
              </a:spcAft>
              <a:defRPr sz="1700">
                <a:solidFill>
                  <a:srgbClr val="070F1F"/>
                </a:solidFill>
              </a:defRPr>
            </a:pPr>
            <a:r>
              <a:t>Niveau 3 — Repli TF-IDF optimisé (gestion mémoire, ~11 000 FAQ).</a:t>
            </a:r>
          </a:p>
          <a:p>
            <a:pPr>
              <a:spcAft>
                <a:spcPts val="1000"/>
              </a:spcAft>
              <a:defRPr sz="1700">
                <a:solidFill>
                  <a:srgbClr val="070F1F"/>
                </a:solidFill>
              </a:defRPr>
            </a:pPr>
            <a:r>
              <a:t>Niveau 4 — Génération LLM Google Gemini (réponses contextualisées).</a:t>
            </a:r>
          </a:p>
          <a:p>
            <a:pPr>
              <a:spcAft>
                <a:spcPts val="1000"/>
              </a:spcAft>
              <a:defRPr sz="1700">
                <a:solidFill>
                  <a:srgbClr val="070F1F"/>
                </a:solidFill>
              </a:defRPr>
            </a:pPr>
            <a:r>
              <a:t>Cohérence question ↔ réponse : sélection intelligente + seuils de confiance.</a:t>
            </a:r>
          </a:p>
          <a:p>
            <a:pPr>
              <a:spcAft>
                <a:spcPts val="1000"/>
              </a:spcAft>
              <a:defRPr sz="1700">
                <a:solidFill>
                  <a:srgbClr val="070F1F"/>
                </a:solidFill>
              </a:defRPr>
            </a:pPr>
            <a:r>
              <a:t>Si Gen3 indisponible → Phase 1 TF-IDF reste pleinement fonctionnelle.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594"/>
                </a:solidFill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Python 3.13 · Django 4.2 · DRF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scikit-learn · spaCy (fr)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FAISS · sentence-transformers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Google Gemini 2.0 Flash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PostgreSQL · Gunicorn · Whitenoise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594"/>
                </a:solidFill>
              </a:defRPr>
            </a:pPr>
            <a:r>
              <a:t>Frontend &amp;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React 19 · Vite 8 · PWA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Capacitor 7 (APK Android)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Docker Compose (3 services)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Railway · Netlify · GitHub Actions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Nginx · healthchecks · volumes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Interface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Design inspiré de ChatGPT — fil de discussion centré, épuré.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Palette institutionnelle SUP'PTIC : bleu #1A4594, fond #070F1F.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Messages utilisateur en pastille bleue · réponses assistant en texte libre.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Composer type « prompt box » · suggestions en pills cliquables.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Indicateur de statut serveur (en ligne / dégradé / hors ligne).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Expérience identique sur navigateur, PWA installée et APK Android.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Déploiement &amp; mise en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594"/>
                </a:solidFill>
              </a:defRPr>
            </a:pPr>
            <a:r>
              <a:t>Serveur SUP'PTIC (on-premise)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Docker Compose : Postgres + API + Nginx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Volumes persistants (BDD, index FAISS)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Bootstrap : import FAQ + indexation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HTTPS via reverse proxy (Caddy / Certbot)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Doc : docs/DOCKER.md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4594"/>
                </a:solidFill>
              </a:defRPr>
            </a:pPr>
            <a:r>
              <a:t>Cloud (démonstration / pilote)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Backend : Railway + PostgreSQL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Frontend : Netlify ou Vercel (PWA)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APK Android : build Capacitor local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CI : tests Django + build React</a:t>
            </a:r>
          </a:p>
          <a:p>
            <a:pPr>
              <a:spcAft>
                <a:spcPts val="600"/>
              </a:spcAft>
              <a:defRPr sz="1400">
                <a:solidFill>
                  <a:srgbClr val="070F1F"/>
                </a:solidFill>
              </a:defRPr>
            </a:pPr>
            <a:r>
              <a:t>• Doc : docs/DEPLOIEMENT.md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Démonstration &amp; chiffres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Démarrage local : backend :8001 + frontend :5174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Base FAQ : plus de 11 000 questions/réponses indexées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Catégories : admissions, examens, filières, vie étudiante, règlements…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Tests automatisés : 22 tests Django + suite Gen3/feedback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Exemples de questions : « Comment s'inscrire ? », « Quels sont les frais ? »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Endpoint santé : GET /api/health/ → status, phase1, gen3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Perspectives &amp; évolutions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Intégration au site officiel SUP'PTIC et portail étudiant.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Publication APK sur le Play Store (distribution officielle).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Tableau de bord admin pour gérer les FAQ sans ligne de commande.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Multilingue (français / anglais) pour les partenariats internationaux.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Analyse des questions sans réponse pour enrichir la base.</a:t>
            </a:r>
          </a:p>
          <a:p>
            <a:pPr>
              <a:spcAft>
                <a:spcPts val="1000"/>
              </a:spcAft>
              <a:defRPr sz="1800">
                <a:solidFill>
                  <a:srgbClr val="070F1F"/>
                </a:solidFill>
              </a:defRPr>
            </a:pPr>
            <a:r>
              <a:t>Renforcement sécurité &amp; conformité (RGPD, logs d'audit).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5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Club Informatique SUP'PTIC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SUP'ONE AI — Assistant FAQ intelligent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Documentation : docs/GUIDE_COMPLET.md · docs/DOCKER.md · docs/MOBILE.md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